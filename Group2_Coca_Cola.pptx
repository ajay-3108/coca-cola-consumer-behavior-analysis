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  <p:sldMasterId id="214748366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7" roundtripDataSignature="AMtx7miicZxyzxv2OKEkH7mzvd07gFV3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0B7F05F-6715-4080-BE0A-D93ED5427DD2}">
  <a:tblStyle styleId="{90B7F05F-6715-4080-BE0A-D93ED5427DD2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fill>
          <a:solidFill>
            <a:schemeClr val="accent1">
              <a:alpha val="20000"/>
            </a:schemeClr>
          </a:solidFill>
        </a:fill>
      </a:tcStyle>
    </a:band1H>
    <a:band2H>
      <a:tcTxStyle/>
    </a:band2H>
    <a:band1V>
      <a:tcTxStyle/>
      <a:tcStyle>
        <a:fill>
          <a:solidFill>
            <a:schemeClr val="accent1">
              <a:alpha val="20000"/>
            </a:schemeClr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</a:seCell>
    <a:swCell>
      <a:tcTxStyle/>
    </a:swCell>
    <a:firstRow>
      <a:tcTxStyle b="on" i="off"/>
      <a:tcStyle>
        <a:tcBdr>
          <a:bottom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840"/>
        <p:guide pos="216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customschemas.google.com/relationships/presentationmetadata" Target="metadata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2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3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4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5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6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7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8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9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oogle Shape;68;p11"/>
          <p:cNvGrpSpPr/>
          <p:nvPr/>
        </p:nvGrpSpPr>
        <p:grpSpPr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69" name="Google Shape;69;p11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0" name="Google Shape;70;p11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1" name="Google Shape;71;p11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" name="Google Shape;72;p11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" name="Google Shape;73;p11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4" name="Google Shape;74;p11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5" name="Google Shape;75;p11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6" name="Google Shape;76;p11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7" name="Google Shape;77;p11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8" name="Google Shape;78;p11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9" name="Google Shape;79;p11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0" name="Google Shape;80;p11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" name="Google Shape;81;p11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2" name="Google Shape;82;p11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3" name="Google Shape;83;p11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4" name="Google Shape;84;p11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85" name="Google Shape;85;p11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86" name="Google Shape;86;p11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7" name="Google Shape;87;p11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8" name="Google Shape;88;p11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9" name="Google Shape;89;p11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0" name="Google Shape;90;p11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91" name="Google Shape;91;p11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92" name="Google Shape;92;p11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3" name="Google Shape;93;p11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4" name="Google Shape;94;p11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5" name="Google Shape;95;p11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6" name="Google Shape;96;p11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97" name="Google Shape;97;p11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8" name="Google Shape;98;p11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9" name="Google Shape;99;p11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0" name="Google Shape;100;p11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1" name="Google Shape;101;p11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02" name="Google Shape;102;p11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03" name="Google Shape;103;p11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4" name="Google Shape;104;p11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5" name="Google Shape;105;p11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6" name="Google Shape;106;p11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7" name="Google Shape;107;p11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108" name="Google Shape;108;p11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09" name="Google Shape;109;p11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10" name="Google Shape;110;p11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11" name="Google Shape;111;p11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12" name="Google Shape;112;p11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13" name="Google Shape;113;p11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114" name="Google Shape;114;p11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5" name="Google Shape;115;p11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6" name="Google Shape;116;p11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7" name="Google Shape;117;p11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8" name="Google Shape;118;p11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119" name="Google Shape;119;p11"/>
          <p:cNvSpPr txBox="1"/>
          <p:nvPr>
            <p:ph idx="11" type="ftr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1"/>
          <p:cNvSpPr txBox="1"/>
          <p:nvPr>
            <p:ph idx="10" type="dt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Google Shape;123;p15"/>
          <p:cNvGrpSpPr/>
          <p:nvPr/>
        </p:nvGrpSpPr>
        <p:grpSpPr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24" name="Google Shape;124;p15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5" name="Google Shape;125;p15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6" name="Google Shape;126;p15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7" name="Google Shape;127;p15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8" name="Google Shape;128;p15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9" name="Google Shape;129;p15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0" name="Google Shape;130;p15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1" name="Google Shape;131;p15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2" name="Google Shape;132;p15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3" name="Google Shape;133;p15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4" name="Google Shape;134;p15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5" name="Google Shape;135;p15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6" name="Google Shape;136;p15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7" name="Google Shape;137;p15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8" name="Google Shape;138;p15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9" name="Google Shape;139;p15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140" name="Google Shape;140;p15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41" name="Google Shape;141;p15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2" name="Google Shape;142;p15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3" name="Google Shape;143;p15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4" name="Google Shape;144;p15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5" name="Google Shape;145;p15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146" name="Google Shape;146;p15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47" name="Google Shape;147;p15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48" name="Google Shape;148;p15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49" name="Google Shape;149;p15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50" name="Google Shape;150;p15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51" name="Google Shape;151;p15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152" name="Google Shape;152;p15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3" name="Google Shape;153;p15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4" name="Google Shape;154;p15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5" name="Google Shape;155;p15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6" name="Google Shape;156;p15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57" name="Google Shape;157;p15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58" name="Google Shape;158;p15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9" name="Google Shape;159;p15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0" name="Google Shape;160;p15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1" name="Google Shape;161;p15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2" name="Google Shape;162;p15"/>
              <p:cNvCxnSpPr/>
              <p:nvPr/>
            </p:nvCxnSpPr>
            <p:spPr>
              <a:xfrm>
                <a:off x="515064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163" name="Google Shape;163;p15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64" name="Google Shape;164;p15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65" name="Google Shape;165;p15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66" name="Google Shape;166;p15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67" name="Google Shape;167;p15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68" name="Google Shape;168;p15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169" name="Google Shape;169;p15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0" name="Google Shape;170;p15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1" name="Google Shape;171;p15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2" name="Google Shape;172;p15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3" name="Google Shape;173;p15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174" name="Google Shape;174;p15"/>
          <p:cNvSpPr txBox="1"/>
          <p:nvPr>
            <p:ph type="ctrTitle"/>
          </p:nvPr>
        </p:nvSpPr>
        <p:spPr>
          <a:xfrm>
            <a:off x="1293845" y="1909346"/>
            <a:ext cx="960431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7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None/>
              <a:defRPr sz="8000" cap="none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15"/>
          <p:cNvSpPr txBox="1"/>
          <p:nvPr>
            <p:ph idx="1" type="subTitle"/>
          </p:nvPr>
        </p:nvSpPr>
        <p:spPr>
          <a:xfrm>
            <a:off x="1293845" y="5432564"/>
            <a:ext cx="960431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0" sz="2000">
                <a:solidFill>
                  <a:srgbClr val="A43E27"/>
                </a:solidFill>
              </a:defRPr>
            </a:lvl1pPr>
            <a:lvl2pPr lvl="1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176" name="Google Shape;176;p15"/>
          <p:cNvCxnSpPr/>
          <p:nvPr/>
        </p:nvCxnSpPr>
        <p:spPr>
          <a:xfrm>
            <a:off x="1295400" y="5294175"/>
            <a:ext cx="9601200" cy="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6"/>
          <p:cNvSpPr txBox="1"/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16"/>
          <p:cNvSpPr txBox="1"/>
          <p:nvPr>
            <p:ph idx="1" type="body"/>
          </p:nvPr>
        </p:nvSpPr>
        <p:spPr>
          <a:xfrm>
            <a:off x="1295400" y="1981201"/>
            <a:ext cx="9601200" cy="3809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80" name="Google Shape;180;p16"/>
          <p:cNvSpPr txBox="1"/>
          <p:nvPr>
            <p:ph idx="11" type="ftr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16"/>
          <p:cNvSpPr txBox="1"/>
          <p:nvPr>
            <p:ph idx="10" type="dt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16"/>
          <p:cNvSpPr txBox="1"/>
          <p:nvPr>
            <p:ph idx="12" type="sldNum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gradFill>
          <a:gsLst>
            <a:gs pos="0">
              <a:schemeClr val="accent1"/>
            </a:gs>
            <a:gs pos="97000">
              <a:srgbClr val="AF4329"/>
            </a:gs>
            <a:gs pos="100000">
              <a:srgbClr val="AF4329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84;p13"/>
          <p:cNvGrpSpPr/>
          <p:nvPr/>
        </p:nvGrpSpPr>
        <p:grpSpPr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85" name="Google Shape;185;p13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6" name="Google Shape;186;p13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7" name="Google Shape;187;p13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8" name="Google Shape;188;p13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9" name="Google Shape;189;p13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0" name="Google Shape;190;p13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1" name="Google Shape;191;p13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2" name="Google Shape;192;p13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3" name="Google Shape;193;p13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4" name="Google Shape;194;p13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5" name="Google Shape;195;p13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6" name="Google Shape;196;p13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7" name="Google Shape;197;p13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8" name="Google Shape;198;p13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9" name="Google Shape;199;p13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0" name="Google Shape;200;p13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201" name="Google Shape;201;p13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202" name="Google Shape;202;p13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03" name="Google Shape;203;p13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04" name="Google Shape;204;p13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05" name="Google Shape;205;p13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06" name="Google Shape;206;p13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207" name="Google Shape;207;p13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08" name="Google Shape;208;p13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09" name="Google Shape;209;p13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10" name="Google Shape;210;p13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11" name="Google Shape;211;p13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12" name="Google Shape;212;p13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213" name="Google Shape;213;p13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14" name="Google Shape;214;p13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15" name="Google Shape;215;p13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16" name="Google Shape;216;p13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17" name="Google Shape;217;p13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218" name="Google Shape;218;p13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19" name="Google Shape;219;p13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0" name="Google Shape;220;p13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1" name="Google Shape;221;p13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2" name="Google Shape;222;p13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3" name="Google Shape;223;p13"/>
              <p:cNvCxnSpPr/>
              <p:nvPr/>
            </p:nvCxnSpPr>
            <p:spPr>
              <a:xfrm>
                <a:off x="515064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224" name="Google Shape;224;p13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25" name="Google Shape;225;p13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26" name="Google Shape;226;p13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27" name="Google Shape;227;p13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28" name="Google Shape;228;p13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29" name="Google Shape;229;p13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230" name="Google Shape;230;p13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31" name="Google Shape;231;p13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32" name="Google Shape;232;p13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33" name="Google Shape;233;p13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34" name="Google Shape;234;p13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235" name="Google Shape;235;p13"/>
          <p:cNvSpPr txBox="1"/>
          <p:nvPr>
            <p:ph type="title"/>
          </p:nvPr>
        </p:nvSpPr>
        <p:spPr>
          <a:xfrm>
            <a:off x="1295400" y="2541573"/>
            <a:ext cx="9601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 cap="none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p13"/>
          <p:cNvSpPr txBox="1"/>
          <p:nvPr>
            <p:ph idx="1" type="body"/>
          </p:nvPr>
        </p:nvSpPr>
        <p:spPr>
          <a:xfrm>
            <a:off x="1295400" y="5431536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0" sz="2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/>
            </a:lvl2pPr>
            <a:lvl3pPr indent="-2286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237" name="Google Shape;237;p13"/>
          <p:cNvCxnSpPr/>
          <p:nvPr/>
        </p:nvCxnSpPr>
        <p:spPr>
          <a:xfrm>
            <a:off x="1295400" y="5294175"/>
            <a:ext cx="96012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7"/>
          <p:cNvSpPr txBox="1"/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p17"/>
          <p:cNvSpPr txBox="1"/>
          <p:nvPr>
            <p:ph idx="1" type="body"/>
          </p:nvPr>
        </p:nvSpPr>
        <p:spPr>
          <a:xfrm>
            <a:off x="1295400" y="1981199"/>
            <a:ext cx="4572000" cy="3810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000"/>
              <a:buChar char="▪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  <a:defRPr sz="1800"/>
            </a:lvl2pPr>
            <a:lvl3pPr indent="-3302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175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▪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▪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41" name="Google Shape;241;p17"/>
          <p:cNvSpPr txBox="1"/>
          <p:nvPr>
            <p:ph idx="2" type="body"/>
          </p:nvPr>
        </p:nvSpPr>
        <p:spPr>
          <a:xfrm>
            <a:off x="6324600" y="1981199"/>
            <a:ext cx="4572000" cy="3810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000"/>
              <a:buChar char="▪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  <a:defRPr sz="1800"/>
            </a:lvl2pPr>
            <a:lvl3pPr indent="-3302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175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▪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▪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42" name="Google Shape;242;p17"/>
          <p:cNvSpPr txBox="1"/>
          <p:nvPr>
            <p:ph idx="11" type="ftr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3" name="Google Shape;243;p17"/>
          <p:cNvSpPr txBox="1"/>
          <p:nvPr>
            <p:ph idx="10" type="dt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17"/>
          <p:cNvSpPr txBox="1"/>
          <p:nvPr>
            <p:ph idx="12" type="sldNum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8"/>
          <p:cNvSpPr txBox="1"/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" name="Google Shape;247;p18"/>
          <p:cNvSpPr txBox="1"/>
          <p:nvPr>
            <p:ph idx="1" type="body"/>
          </p:nvPr>
        </p:nvSpPr>
        <p:spPr>
          <a:xfrm>
            <a:off x="1295400" y="1818322"/>
            <a:ext cx="4572000" cy="641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0" sz="20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48" name="Google Shape;248;p18"/>
          <p:cNvSpPr txBox="1"/>
          <p:nvPr>
            <p:ph idx="2" type="body"/>
          </p:nvPr>
        </p:nvSpPr>
        <p:spPr>
          <a:xfrm>
            <a:off x="1295400" y="2503713"/>
            <a:ext cx="4572000" cy="3287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000"/>
              <a:buChar char="▪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  <a:defRPr sz="1800"/>
            </a:lvl2pPr>
            <a:lvl3pPr indent="-3302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175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▪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▪"/>
              <a:defRPr sz="1400"/>
            </a:lvl5pPr>
            <a:lvl6pPr indent="-3302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49" name="Google Shape;249;p18"/>
          <p:cNvSpPr txBox="1"/>
          <p:nvPr>
            <p:ph idx="3" type="body"/>
          </p:nvPr>
        </p:nvSpPr>
        <p:spPr>
          <a:xfrm>
            <a:off x="6324600" y="1818322"/>
            <a:ext cx="4572000" cy="641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0" sz="20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50" name="Google Shape;250;p18"/>
          <p:cNvSpPr txBox="1"/>
          <p:nvPr>
            <p:ph idx="4" type="body"/>
          </p:nvPr>
        </p:nvSpPr>
        <p:spPr>
          <a:xfrm>
            <a:off x="6324600" y="2503713"/>
            <a:ext cx="4572000" cy="3287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000"/>
              <a:buChar char="▪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  <a:defRPr sz="1800"/>
            </a:lvl2pPr>
            <a:lvl3pPr indent="-3302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175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▪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▪"/>
              <a:defRPr sz="1400"/>
            </a:lvl5pPr>
            <a:lvl6pPr indent="-3302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51" name="Google Shape;251;p18"/>
          <p:cNvSpPr txBox="1"/>
          <p:nvPr>
            <p:ph idx="11" type="ftr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18"/>
          <p:cNvSpPr txBox="1"/>
          <p:nvPr>
            <p:ph idx="10" type="dt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18"/>
          <p:cNvSpPr txBox="1"/>
          <p:nvPr>
            <p:ph idx="12" type="sldNum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9"/>
          <p:cNvSpPr txBox="1"/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19"/>
          <p:cNvSpPr txBox="1"/>
          <p:nvPr>
            <p:ph idx="11" type="ftr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19"/>
          <p:cNvSpPr txBox="1"/>
          <p:nvPr>
            <p:ph idx="10" type="dt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19"/>
          <p:cNvSpPr txBox="1"/>
          <p:nvPr>
            <p:ph idx="12" type="sldNum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bg>
      <p:bgPr>
        <a:gradFill>
          <a:gsLst>
            <a:gs pos="0">
              <a:schemeClr val="accent1"/>
            </a:gs>
            <a:gs pos="100000">
              <a:srgbClr val="AF4329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0" name="Google Shape;260;p20"/>
          <p:cNvGrpSpPr/>
          <p:nvPr/>
        </p:nvGrpSpPr>
        <p:grpSpPr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261" name="Google Shape;261;p20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2" name="Google Shape;262;p20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3" name="Google Shape;263;p20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4" name="Google Shape;264;p20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5" name="Google Shape;265;p20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6" name="Google Shape;266;p20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7" name="Google Shape;267;p20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8" name="Google Shape;268;p20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9" name="Google Shape;269;p20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0" name="Google Shape;270;p20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1" name="Google Shape;271;p20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2" name="Google Shape;272;p20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3" name="Google Shape;273;p20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4" name="Google Shape;274;p20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5" name="Google Shape;275;p20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6" name="Google Shape;276;p20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277" name="Google Shape;277;p20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278" name="Google Shape;278;p20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79" name="Google Shape;279;p20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80" name="Google Shape;280;p20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81" name="Google Shape;281;p20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82" name="Google Shape;282;p20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283" name="Google Shape;283;p20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84" name="Google Shape;284;p20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85" name="Google Shape;285;p20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86" name="Google Shape;286;p20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87" name="Google Shape;287;p20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88" name="Google Shape;288;p20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289" name="Google Shape;289;p20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0" name="Google Shape;290;p20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1" name="Google Shape;291;p20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2" name="Google Shape;292;p20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3" name="Google Shape;293;p20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294" name="Google Shape;294;p20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95" name="Google Shape;295;p20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6" name="Google Shape;296;p20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7" name="Google Shape;297;p20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8" name="Google Shape;298;p20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9" name="Google Shape;299;p20"/>
              <p:cNvCxnSpPr/>
              <p:nvPr/>
            </p:nvCxnSpPr>
            <p:spPr>
              <a:xfrm>
                <a:off x="515064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300" name="Google Shape;300;p20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01" name="Google Shape;301;p20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02" name="Google Shape;302;p20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03" name="Google Shape;303;p20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04" name="Google Shape;304;p20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05" name="Google Shape;305;p20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306" name="Google Shape;306;p20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7" name="Google Shape;307;p20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8" name="Google Shape;308;p20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9" name="Google Shape;309;p20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10" name="Google Shape;310;p20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311" name="Google Shape;311;p20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0">
                <a:schemeClr val="lt1"/>
              </a:gs>
              <a:gs pos="69000">
                <a:schemeClr val="lt1"/>
              </a:gs>
              <a:gs pos="100000">
                <a:srgbClr val="F2F2F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20"/>
          <p:cNvSpPr txBox="1"/>
          <p:nvPr>
            <p:ph type="title"/>
          </p:nvPr>
        </p:nvSpPr>
        <p:spPr>
          <a:xfrm>
            <a:off x="7913152" y="571500"/>
            <a:ext cx="3657600" cy="2197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sz="2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3" name="Google Shape;313;p20"/>
          <p:cNvSpPr txBox="1"/>
          <p:nvPr>
            <p:ph idx="1" type="body"/>
          </p:nvPr>
        </p:nvSpPr>
        <p:spPr>
          <a:xfrm>
            <a:off x="543197" y="571500"/>
            <a:ext cx="621792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000"/>
              <a:buChar char="▪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  <a:defRPr sz="1800"/>
            </a:lvl2pPr>
            <a:lvl3pPr indent="-3302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175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▪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▪"/>
              <a:defRPr sz="1400"/>
            </a:lvl5pPr>
            <a:lvl6pPr indent="-355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Char char="▪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Char char="▪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Char char="▪"/>
              <a:defRPr sz="20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4" name="Google Shape;314;p20"/>
          <p:cNvSpPr txBox="1"/>
          <p:nvPr>
            <p:ph idx="2" type="body"/>
          </p:nvPr>
        </p:nvSpPr>
        <p:spPr>
          <a:xfrm>
            <a:off x="7913152" y="2995012"/>
            <a:ext cx="3657600" cy="2285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cxnSp>
        <p:nvCxnSpPr>
          <p:cNvPr id="315" name="Google Shape;315;p20"/>
          <p:cNvCxnSpPr/>
          <p:nvPr/>
        </p:nvCxnSpPr>
        <p:spPr>
          <a:xfrm>
            <a:off x="7923089" y="2895600"/>
            <a:ext cx="3659311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6" name="Google Shape;316;p20"/>
          <p:cNvSpPr txBox="1"/>
          <p:nvPr>
            <p:ph idx="11" type="ftr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7" name="Google Shape;317;p20"/>
          <p:cNvSpPr txBox="1"/>
          <p:nvPr>
            <p:ph idx="10" type="dt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8" name="Google Shape;318;p20"/>
          <p:cNvSpPr txBox="1"/>
          <p:nvPr>
            <p:ph idx="12" type="sldNum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bg>
      <p:bgPr>
        <a:gradFill>
          <a:gsLst>
            <a:gs pos="0">
              <a:schemeClr val="accent1"/>
            </a:gs>
            <a:gs pos="100000">
              <a:srgbClr val="AF4329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0" name="Google Shape;320;p21"/>
          <p:cNvGrpSpPr/>
          <p:nvPr/>
        </p:nvGrpSpPr>
        <p:grpSpPr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321" name="Google Shape;321;p21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2" name="Google Shape;322;p21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3" name="Google Shape;323;p21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4" name="Google Shape;324;p21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5" name="Google Shape;325;p21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6" name="Google Shape;326;p21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7" name="Google Shape;327;p21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8" name="Google Shape;328;p21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9" name="Google Shape;329;p21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0" name="Google Shape;330;p21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1" name="Google Shape;331;p21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2" name="Google Shape;332;p21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3" name="Google Shape;333;p21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4" name="Google Shape;334;p21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5" name="Google Shape;335;p21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6" name="Google Shape;336;p21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337" name="Google Shape;337;p21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338" name="Google Shape;338;p21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39" name="Google Shape;339;p21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0" name="Google Shape;340;p21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1" name="Google Shape;341;p21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2" name="Google Shape;342;p21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343" name="Google Shape;343;p21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44" name="Google Shape;344;p21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45" name="Google Shape;345;p21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46" name="Google Shape;346;p21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47" name="Google Shape;347;p21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48" name="Google Shape;348;p21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349" name="Google Shape;349;p21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50" name="Google Shape;350;p21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51" name="Google Shape;351;p21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52" name="Google Shape;352;p21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53" name="Google Shape;353;p21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354" name="Google Shape;354;p21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355" name="Google Shape;355;p21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56" name="Google Shape;356;p21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57" name="Google Shape;357;p21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58" name="Google Shape;358;p21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59" name="Google Shape;359;p21"/>
              <p:cNvCxnSpPr/>
              <p:nvPr/>
            </p:nvCxnSpPr>
            <p:spPr>
              <a:xfrm>
                <a:off x="515064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360" name="Google Shape;360;p21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61" name="Google Shape;361;p21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62" name="Google Shape;362;p21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63" name="Google Shape;363;p21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64" name="Google Shape;364;p21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65" name="Google Shape;365;p21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366" name="Google Shape;366;p21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7" name="Google Shape;367;p21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8" name="Google Shape;368;p21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9" name="Google Shape;369;p21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70" name="Google Shape;370;p21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371" name="Google Shape;371;p21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0">
                <a:schemeClr val="lt1"/>
              </a:gs>
              <a:gs pos="69000">
                <a:schemeClr val="lt1"/>
              </a:gs>
              <a:gs pos="100000">
                <a:srgbClr val="F2F2F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2" name="Google Shape;372;p21"/>
          <p:cNvCxnSpPr/>
          <p:nvPr/>
        </p:nvCxnSpPr>
        <p:spPr>
          <a:xfrm>
            <a:off x="7923089" y="2895600"/>
            <a:ext cx="3659311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3" name="Google Shape;373;p21"/>
          <p:cNvSpPr txBox="1"/>
          <p:nvPr>
            <p:ph type="title"/>
          </p:nvPr>
        </p:nvSpPr>
        <p:spPr>
          <a:xfrm>
            <a:off x="7909560" y="576072"/>
            <a:ext cx="365760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sz="2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An empty placeholder to add an image. Click on the placeholder and select the image that you wish to add." id="374" name="Google Shape;374;p21"/>
          <p:cNvSpPr/>
          <p:nvPr>
            <p:ph idx="2" type="pic"/>
          </p:nvPr>
        </p:nvSpPr>
        <p:spPr>
          <a:xfrm>
            <a:off x="4412" y="-159"/>
            <a:ext cx="73152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75" name="Google Shape;375;p21"/>
          <p:cNvSpPr txBox="1"/>
          <p:nvPr>
            <p:ph idx="1" type="body"/>
          </p:nvPr>
        </p:nvSpPr>
        <p:spPr>
          <a:xfrm>
            <a:off x="7909560" y="2999232"/>
            <a:ext cx="3657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2"/>
          <p:cNvSpPr txBox="1"/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8" name="Google Shape;378;p22"/>
          <p:cNvSpPr txBox="1"/>
          <p:nvPr>
            <p:ph idx="1" type="body"/>
          </p:nvPr>
        </p:nvSpPr>
        <p:spPr>
          <a:xfrm rot="5400000">
            <a:off x="4191001" y="-914400"/>
            <a:ext cx="3809999" cy="96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79" name="Google Shape;379;p22"/>
          <p:cNvSpPr txBox="1"/>
          <p:nvPr>
            <p:ph idx="11" type="ftr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0" name="Google Shape;380;p22"/>
          <p:cNvSpPr txBox="1"/>
          <p:nvPr>
            <p:ph idx="10" type="dt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1" name="Google Shape;381;p22"/>
          <p:cNvSpPr txBox="1"/>
          <p:nvPr>
            <p:ph idx="12" type="sldNum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3"/>
          <p:cNvSpPr txBox="1"/>
          <p:nvPr>
            <p:ph type="title"/>
          </p:nvPr>
        </p:nvSpPr>
        <p:spPr>
          <a:xfrm rot="5400000">
            <a:off x="7402286" y="2296885"/>
            <a:ext cx="5301343" cy="168728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4" name="Google Shape;384;p23"/>
          <p:cNvSpPr txBox="1"/>
          <p:nvPr>
            <p:ph idx="1" type="body"/>
          </p:nvPr>
        </p:nvSpPr>
        <p:spPr>
          <a:xfrm rot="5400000">
            <a:off x="2438400" y="-653144"/>
            <a:ext cx="5301343" cy="75873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23"/>
          <p:cNvSpPr txBox="1"/>
          <p:nvPr>
            <p:ph idx="11" type="ftr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6" name="Google Shape;386;p23"/>
          <p:cNvSpPr txBox="1"/>
          <p:nvPr>
            <p:ph idx="10" type="dt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7" name="Google Shape;387;p23"/>
          <p:cNvSpPr txBox="1"/>
          <p:nvPr>
            <p:ph idx="12" type="sldNum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gradFill>
          <a:gsLst>
            <a:gs pos="0">
              <a:schemeClr val="accent1"/>
            </a:gs>
            <a:gs pos="97000">
              <a:srgbClr val="AF4329"/>
            </a:gs>
            <a:gs pos="100000">
              <a:srgbClr val="AF4329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7" name="Google Shape;447;p14"/>
          <p:cNvGrpSpPr/>
          <p:nvPr/>
        </p:nvGrpSpPr>
        <p:grpSpPr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448" name="Google Shape;448;p14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9" name="Google Shape;449;p14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0" name="Google Shape;450;p14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1" name="Google Shape;451;p14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2" name="Google Shape;452;p14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3" name="Google Shape;453;p14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4" name="Google Shape;454;p14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5" name="Google Shape;455;p14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6" name="Google Shape;456;p14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7" name="Google Shape;457;p14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8" name="Google Shape;458;p14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9" name="Google Shape;459;p14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0" name="Google Shape;460;p14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1" name="Google Shape;461;p14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2" name="Google Shape;462;p14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3" name="Google Shape;463;p14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464" name="Google Shape;464;p14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65" name="Google Shape;465;p14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66" name="Google Shape;466;p14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67" name="Google Shape;467;p14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68" name="Google Shape;468;p14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69" name="Google Shape;469;p14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470" name="Google Shape;470;p14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471" name="Google Shape;471;p14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72" name="Google Shape;472;p14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73" name="Google Shape;473;p14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74" name="Google Shape;474;p14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75" name="Google Shape;475;p14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476" name="Google Shape;476;p14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77" name="Google Shape;477;p14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78" name="Google Shape;478;p14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79" name="Google Shape;479;p14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80" name="Google Shape;480;p14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481" name="Google Shape;481;p14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482" name="Google Shape;482;p14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83" name="Google Shape;483;p14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84" name="Google Shape;484;p14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85" name="Google Shape;485;p14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86" name="Google Shape;486;p14"/>
              <p:cNvCxnSpPr/>
              <p:nvPr/>
            </p:nvCxnSpPr>
            <p:spPr>
              <a:xfrm>
                <a:off x="515064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487" name="Google Shape;487;p14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488" name="Google Shape;488;p14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89" name="Google Shape;489;p14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90" name="Google Shape;490;p14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91" name="Google Shape;491;p14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92" name="Google Shape;492;p14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493" name="Google Shape;493;p14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94" name="Google Shape;494;p14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95" name="Google Shape;495;p14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96" name="Google Shape;496;p14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97" name="Google Shape;497;p14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498" name="Google Shape;498;p14"/>
          <p:cNvSpPr txBox="1"/>
          <p:nvPr>
            <p:ph type="title"/>
          </p:nvPr>
        </p:nvSpPr>
        <p:spPr>
          <a:xfrm>
            <a:off x="1295400" y="2541573"/>
            <a:ext cx="9601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 cap="none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9" name="Google Shape;499;p14"/>
          <p:cNvSpPr txBox="1"/>
          <p:nvPr>
            <p:ph idx="1" type="body"/>
          </p:nvPr>
        </p:nvSpPr>
        <p:spPr>
          <a:xfrm>
            <a:off x="1295400" y="5431536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0" sz="2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/>
            </a:lvl2pPr>
            <a:lvl3pPr indent="-2286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500" name="Google Shape;500;p14"/>
          <p:cNvCxnSpPr/>
          <p:nvPr/>
        </p:nvCxnSpPr>
        <p:spPr>
          <a:xfrm>
            <a:off x="1295400" y="5294175"/>
            <a:ext cx="96012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52999">
              <a:schemeClr val="lt1"/>
            </a:gs>
            <a:gs pos="100000">
              <a:srgbClr val="F2F2F2">
                <a:alpha val="64705"/>
              </a:srgbClr>
            </a:gs>
          </a:gsLst>
          <a:lin ang="5400000" scaled="0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0"/>
          <p:cNvGrpSpPr/>
          <p:nvPr/>
        </p:nvGrpSpPr>
        <p:grpSpPr>
          <a:xfrm>
            <a:off x="-1" y="-195943"/>
            <a:ext cx="12192002" cy="6858000"/>
            <a:chOff x="-1" y="0"/>
            <a:chExt cx="12192002" cy="6858000"/>
          </a:xfrm>
        </p:grpSpPr>
        <p:cxnSp>
          <p:nvCxnSpPr>
            <p:cNvPr id="11" name="Google Shape;11;p10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" name="Google Shape;12;p10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" name="Google Shape;13;p10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" name="Google Shape;14;p10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" name="Google Shape;15;p10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" name="Google Shape;16;p10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" name="Google Shape;17;p10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" name="Google Shape;18;p10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" name="Google Shape;19;p10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" name="Google Shape;20;p10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" name="Google Shape;21;p10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" name="Google Shape;22;p10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" name="Google Shape;23;p10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" name="Google Shape;24;p10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" name="Google Shape;25;p10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" name="Google Shape;26;p10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27" name="Google Shape;27;p10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28" name="Google Shape;28;p10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" name="Google Shape;29;p10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" name="Google Shape;30;p10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1" name="Google Shape;31;p10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2" name="Google Shape;32;p10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33" name="Google Shape;33;p10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4" name="Google Shape;34;p10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5" name="Google Shape;35;p10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6" name="Google Shape;36;p10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7" name="Google Shape;37;p10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8" name="Google Shape;38;p10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39" name="Google Shape;39;p10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0" name="Google Shape;40;p10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1" name="Google Shape;41;p10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2" name="Google Shape;42;p10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3" name="Google Shape;43;p10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44" name="Google Shape;44;p10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45" name="Google Shape;45;p10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6" name="Google Shape;46;p10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7" name="Google Shape;47;p10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8" name="Google Shape;48;p10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9" name="Google Shape;49;p10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50" name="Google Shape;50;p10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1" name="Google Shape;51;p10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2" name="Google Shape;52;p10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3" name="Google Shape;53;p10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4" name="Google Shape;54;p10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5" name="Google Shape;55;p10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56" name="Google Shape;56;p10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7" name="Google Shape;57;p10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8" name="Google Shape;58;p10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9" name="Google Shape;59;p10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0" name="Google Shape;60;p10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61" name="Google Shape;61;p10"/>
          <p:cNvSpPr txBox="1"/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3200"/>
              <a:buFont typeface="Arial"/>
              <a:buNone/>
              <a:defRPr b="1" i="0" sz="3200" u="none" cap="none" strike="noStrike">
                <a:solidFill>
                  <a:srgbClr val="A43E27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2" name="Google Shape;62;p10"/>
          <p:cNvSpPr txBox="1"/>
          <p:nvPr>
            <p:ph idx="1" type="body"/>
          </p:nvPr>
        </p:nvSpPr>
        <p:spPr>
          <a:xfrm>
            <a:off x="1295400" y="1981201"/>
            <a:ext cx="9601200" cy="3809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A43E27"/>
              </a:buClr>
              <a:buSzPts val="2000"/>
              <a:buFont typeface="Arial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A43E27"/>
              </a:buClr>
              <a:buSzPts val="1800"/>
              <a:buFont typeface="Arial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A43E27"/>
              </a:buClr>
              <a:buSzPts val="1600"/>
              <a:buFont typeface="Arial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A43E27"/>
              </a:buClr>
              <a:buSzPts val="1400"/>
              <a:buFont typeface="Arial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A43E27"/>
              </a:buClr>
              <a:buSzPts val="1400"/>
              <a:buFont typeface="Arial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A43E27"/>
              </a:buClr>
              <a:buSzPts val="1400"/>
              <a:buFont typeface="Arial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A43E27"/>
              </a:buClr>
              <a:buSzPts val="1400"/>
              <a:buFont typeface="Arial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A43E27"/>
              </a:buClr>
              <a:buSzPts val="1400"/>
              <a:buFont typeface="Arial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A43E27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63" name="Google Shape;63;p10"/>
          <p:cNvCxnSpPr/>
          <p:nvPr/>
        </p:nvCxnSpPr>
        <p:spPr>
          <a:xfrm>
            <a:off x="609600" y="6172200"/>
            <a:ext cx="10972800" cy="0"/>
          </a:xfrm>
          <a:prstGeom prst="straightConnector1">
            <a:avLst/>
          </a:prstGeom>
          <a:noFill/>
          <a:ln cap="flat" cmpd="sng" w="12700">
            <a:solidFill>
              <a:srgbClr val="A43E27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4" name="Google Shape;64;p10"/>
          <p:cNvSpPr txBox="1"/>
          <p:nvPr>
            <p:ph idx="11" type="ftr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10"/>
          <p:cNvSpPr txBox="1"/>
          <p:nvPr>
            <p:ph idx="12" type="sldNum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D2D2D"/>
            </a:gs>
            <a:gs pos="52999">
              <a:schemeClr val="dk1"/>
            </a:gs>
            <a:gs pos="100000">
              <a:srgbClr val="2A2B2A">
                <a:alpha val="64705"/>
              </a:srgbClr>
            </a:gs>
          </a:gsLst>
          <a:lin ang="5400000" scaled="0"/>
        </a:grad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9" name="Google Shape;389;p12"/>
          <p:cNvGrpSpPr/>
          <p:nvPr/>
        </p:nvGrpSpPr>
        <p:grpSpPr>
          <a:xfrm>
            <a:off x="-1" y="-195943"/>
            <a:ext cx="12192002" cy="6858000"/>
            <a:chOff x="-1" y="0"/>
            <a:chExt cx="12192002" cy="6858000"/>
          </a:xfrm>
        </p:grpSpPr>
        <p:cxnSp>
          <p:nvCxnSpPr>
            <p:cNvPr id="390" name="Google Shape;390;p12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2726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1" name="Google Shape;391;p12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2726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2" name="Google Shape;392;p12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2726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3" name="Google Shape;393;p12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2726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4" name="Google Shape;394;p12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2726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5" name="Google Shape;395;p12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2726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6" name="Google Shape;396;p12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2726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7" name="Google Shape;397;p12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2726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8" name="Google Shape;398;p12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2726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9" name="Google Shape;399;p12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2726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0" name="Google Shape;400;p12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62726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1" name="Google Shape;401;p12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62726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2" name="Google Shape;402;p12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62726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3" name="Google Shape;403;p12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62726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4" name="Google Shape;404;p12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62726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5" name="Google Shape;405;p12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62726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406" name="Google Shape;406;p12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07" name="Google Shape;407;p12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2726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08" name="Google Shape;408;p12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2726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09" name="Google Shape;409;p12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2726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10" name="Google Shape;410;p12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2726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11" name="Google Shape;411;p12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2726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412" name="Google Shape;412;p12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413" name="Google Shape;413;p12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2726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14" name="Google Shape;414;p12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2726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15" name="Google Shape;415;p12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2726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16" name="Google Shape;416;p12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2726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17" name="Google Shape;417;p12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2726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418" name="Google Shape;418;p12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2726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19" name="Google Shape;419;p12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2726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20" name="Google Shape;420;p12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2726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21" name="Google Shape;421;p12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2726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22" name="Google Shape;422;p12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2726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423" name="Google Shape;423;p12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424" name="Google Shape;424;p12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2726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25" name="Google Shape;425;p12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2726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26" name="Google Shape;426;p12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2726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27" name="Google Shape;427;p12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2726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28" name="Google Shape;428;p12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2726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429" name="Google Shape;429;p12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430" name="Google Shape;430;p12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2726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31" name="Google Shape;431;p12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2726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32" name="Google Shape;432;p12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2726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33" name="Google Shape;433;p12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2726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34" name="Google Shape;434;p12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2726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435" name="Google Shape;435;p12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2726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36" name="Google Shape;436;p12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2726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37" name="Google Shape;437;p12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2726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38" name="Google Shape;438;p12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2726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39" name="Google Shape;439;p12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2726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440" name="Google Shape;440;p12"/>
          <p:cNvSpPr txBox="1"/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3200"/>
              <a:buFont typeface="Arial"/>
              <a:buNone/>
              <a:defRPr b="1" i="0" sz="3200" u="none" cap="none" strike="noStrike">
                <a:solidFill>
                  <a:srgbClr val="A43E27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41" name="Google Shape;441;p12"/>
          <p:cNvSpPr txBox="1"/>
          <p:nvPr>
            <p:ph idx="1" type="body"/>
          </p:nvPr>
        </p:nvSpPr>
        <p:spPr>
          <a:xfrm>
            <a:off x="1295400" y="1981201"/>
            <a:ext cx="9601200" cy="3809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A43E27"/>
              </a:buClr>
              <a:buSzPts val="2000"/>
              <a:buFont typeface="Arial"/>
              <a:buChar char="▪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A43E27"/>
              </a:buClr>
              <a:buSzPts val="1800"/>
              <a:buFont typeface="Arial"/>
              <a:buChar char="▪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A43E27"/>
              </a:buClr>
              <a:buSzPts val="1600"/>
              <a:buFont typeface="Arial"/>
              <a:buChar char="▪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A43E27"/>
              </a:buClr>
              <a:buSzPts val="1400"/>
              <a:buFont typeface="Arial"/>
              <a:buChar char="▪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A43E27"/>
              </a:buClr>
              <a:buSzPts val="1400"/>
              <a:buFont typeface="Arial"/>
              <a:buChar char="▪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A43E27"/>
              </a:buClr>
              <a:buSzPts val="1400"/>
              <a:buFont typeface="Arial"/>
              <a:buChar char="▪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A43E27"/>
              </a:buClr>
              <a:buSzPts val="1400"/>
              <a:buFont typeface="Arial"/>
              <a:buChar char="▪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A43E27"/>
              </a:buClr>
              <a:buSzPts val="1400"/>
              <a:buFont typeface="Arial"/>
              <a:buChar char="▪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A43E27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442" name="Google Shape;442;p12"/>
          <p:cNvCxnSpPr/>
          <p:nvPr/>
        </p:nvCxnSpPr>
        <p:spPr>
          <a:xfrm>
            <a:off x="609600" y="6172200"/>
            <a:ext cx="10972800" cy="0"/>
          </a:xfrm>
          <a:prstGeom prst="straightConnector1">
            <a:avLst/>
          </a:prstGeom>
          <a:noFill/>
          <a:ln cap="flat" cmpd="sng" w="12700">
            <a:solidFill>
              <a:srgbClr val="A43E27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43" name="Google Shape;443;p12"/>
          <p:cNvSpPr txBox="1"/>
          <p:nvPr>
            <p:ph idx="11" type="ftr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4" name="Google Shape;444;p12"/>
          <p:cNvSpPr txBox="1"/>
          <p:nvPr>
            <p:ph idx="10" type="dt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5" name="Google Shape;445;p12"/>
          <p:cNvSpPr txBox="1"/>
          <p:nvPr>
            <p:ph idx="12" type="sldNum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1100" u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1100" u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1100" u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1100" u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1100" u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1100" u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1100" u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1100" u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1100" u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1"/>
          <p:cNvSpPr txBox="1"/>
          <p:nvPr/>
        </p:nvSpPr>
        <p:spPr>
          <a:xfrm>
            <a:off x="1855690" y="3222952"/>
            <a:ext cx="960431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2000"/>
              <a:buFont typeface="Arial"/>
              <a:buNone/>
            </a:pPr>
            <a:r>
              <a:rPr b="0" i="0" lang="en-IN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Exploring the Enduring Popularity of Coca-Cola’s Carbonated Drink</a:t>
            </a:r>
            <a:endParaRPr/>
          </a:p>
        </p:txBody>
      </p:sp>
      <p:sp>
        <p:nvSpPr>
          <p:cNvPr id="506" name="Google Shape;506;p1"/>
          <p:cNvSpPr txBox="1"/>
          <p:nvPr/>
        </p:nvSpPr>
        <p:spPr>
          <a:xfrm>
            <a:off x="1635160" y="1258645"/>
            <a:ext cx="8767483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5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“SHARE A COKE,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5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SHARE THE FIZZ”</a:t>
            </a:r>
            <a:endParaRPr sz="5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1"/>
          <p:cNvSpPr/>
          <p:nvPr/>
        </p:nvSpPr>
        <p:spPr>
          <a:xfrm>
            <a:off x="1968650" y="2049747"/>
            <a:ext cx="5045337" cy="86061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1"/>
          <p:cNvSpPr/>
          <p:nvPr/>
        </p:nvSpPr>
        <p:spPr>
          <a:xfrm>
            <a:off x="3896060" y="2895985"/>
            <a:ext cx="5506124" cy="94953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1"/>
          <p:cNvSpPr/>
          <p:nvPr/>
        </p:nvSpPr>
        <p:spPr>
          <a:xfrm>
            <a:off x="1957892" y="3571540"/>
            <a:ext cx="7551868" cy="45719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1"/>
          <p:cNvSpPr txBox="1"/>
          <p:nvPr/>
        </p:nvSpPr>
        <p:spPr>
          <a:xfrm>
            <a:off x="8421358" y="5078568"/>
            <a:ext cx="2818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Anshu Shah</a:t>
            </a:r>
            <a:endParaRPr/>
          </a:p>
        </p:txBody>
      </p:sp>
      <p:sp>
        <p:nvSpPr>
          <p:cNvPr id="511" name="Google Shape;511;p1"/>
          <p:cNvSpPr txBox="1"/>
          <p:nvPr>
            <p:ph idx="12" type="sldNum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2"/>
          <p:cNvSpPr txBox="1"/>
          <p:nvPr/>
        </p:nvSpPr>
        <p:spPr>
          <a:xfrm>
            <a:off x="731520" y="1017657"/>
            <a:ext cx="430305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Objective</a:t>
            </a:r>
            <a:endParaRPr sz="440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2"/>
          <p:cNvSpPr txBox="1"/>
          <p:nvPr/>
        </p:nvSpPr>
        <p:spPr>
          <a:xfrm>
            <a:off x="731520" y="2355924"/>
            <a:ext cx="8197327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Noto Sans Symbols"/>
              <a:buChar char="⮚"/>
            </a:pPr>
            <a:r>
              <a:rPr lang="en-IN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Factors influencing consumer perceptions and preferences regarding Coca-Cola’s Carbonated drink.</a:t>
            </a:r>
            <a:endParaRPr/>
          </a:p>
        </p:txBody>
      </p:sp>
      <p:pic>
        <p:nvPicPr>
          <p:cNvPr id="518" name="Google Shape;51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37517" y="946673"/>
            <a:ext cx="3434529" cy="5249731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2"/>
          <p:cNvSpPr txBox="1"/>
          <p:nvPr/>
        </p:nvSpPr>
        <p:spPr>
          <a:xfrm>
            <a:off x="731520" y="4008427"/>
            <a:ext cx="7723990" cy="2062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Noto Sans Symbols"/>
              <a:buChar char="⮚"/>
            </a:pPr>
            <a:r>
              <a:rPr lang="en-IN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assess the likelihood of consumers purchasing Coca-Cola within the next 30 days.</a:t>
            </a:r>
            <a:endParaRPr/>
          </a:p>
          <a:p>
            <a:pPr indent="-2540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2"/>
          <p:cNvSpPr txBox="1"/>
          <p:nvPr>
            <p:ph idx="12" type="sldNum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3"/>
          <p:cNvSpPr/>
          <p:nvPr/>
        </p:nvSpPr>
        <p:spPr>
          <a:xfrm>
            <a:off x="728775" y="999441"/>
            <a:ext cx="4015138" cy="769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Data Adequacy</a:t>
            </a:r>
            <a:endParaRPr sz="440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3"/>
          <p:cNvSpPr txBox="1"/>
          <p:nvPr/>
        </p:nvSpPr>
        <p:spPr>
          <a:xfrm>
            <a:off x="814838" y="1957889"/>
            <a:ext cx="1481496" cy="400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Key Points:</a:t>
            </a:r>
            <a:endParaRPr sz="200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3"/>
          <p:cNvSpPr txBox="1"/>
          <p:nvPr/>
        </p:nvSpPr>
        <p:spPr>
          <a:xfrm>
            <a:off x="814838" y="2370831"/>
            <a:ext cx="6443830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Sample Size – 238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Sampling Method – Convenient and Snow Ball Sampling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3"/>
          <p:cNvSpPr txBox="1"/>
          <p:nvPr/>
        </p:nvSpPr>
        <p:spPr>
          <a:xfrm>
            <a:off x="872528" y="3295945"/>
            <a:ext cx="5346551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KMO Test</a:t>
            </a:r>
            <a:r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value - 0.693</a:t>
            </a:r>
            <a:endParaRPr/>
          </a:p>
        </p:txBody>
      </p:sp>
      <p:sp>
        <p:nvSpPr>
          <p:cNvPr id="529" name="Google Shape;529;p3"/>
          <p:cNvSpPr txBox="1"/>
          <p:nvPr/>
        </p:nvSpPr>
        <p:spPr>
          <a:xfrm>
            <a:off x="872528" y="4221059"/>
            <a:ext cx="2549563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Bartlett test</a:t>
            </a:r>
            <a:r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P-value - &lt;0.001 </a:t>
            </a:r>
            <a:endParaRPr/>
          </a:p>
        </p:txBody>
      </p:sp>
      <p:sp>
        <p:nvSpPr>
          <p:cNvPr id="530" name="Google Shape;530;p3"/>
          <p:cNvSpPr txBox="1"/>
          <p:nvPr/>
        </p:nvSpPr>
        <p:spPr>
          <a:xfrm>
            <a:off x="878752" y="5050270"/>
            <a:ext cx="3865161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Data is adequate for factor analysis.</a:t>
            </a:r>
            <a:endParaRPr sz="180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1" name="Google Shape;53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24256" y="4229060"/>
            <a:ext cx="2341016" cy="2381083"/>
          </a:xfrm>
          <a:prstGeom prst="rect">
            <a:avLst/>
          </a:prstGeom>
          <a:noFill/>
          <a:ln cap="sq" cmpd="thickThin" w="2286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532" name="Google Shape;532;p3"/>
          <p:cNvSpPr txBox="1"/>
          <p:nvPr/>
        </p:nvSpPr>
        <p:spPr>
          <a:xfrm>
            <a:off x="10046803" y="3619110"/>
            <a:ext cx="1495922" cy="400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Survey QR</a:t>
            </a:r>
            <a:endParaRPr b="1" sz="2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3"/>
          <p:cNvSpPr txBox="1"/>
          <p:nvPr>
            <p:ph idx="12" type="sldNum"/>
          </p:nvPr>
        </p:nvSpPr>
        <p:spPr>
          <a:xfrm>
            <a:off x="132442" y="6387707"/>
            <a:ext cx="918882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38" name="Google Shape;538;p4"/>
          <p:cNvGraphicFramePr/>
          <p:nvPr/>
        </p:nvGraphicFramePr>
        <p:xfrm>
          <a:off x="127001" y="102616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{90B7F05F-6715-4080-BE0A-D93ED5427DD2}</a:tableStyleId>
              </a:tblPr>
              <a:tblGrid>
                <a:gridCol w="1451450"/>
                <a:gridCol w="528925"/>
                <a:gridCol w="1094725"/>
                <a:gridCol w="1143925"/>
                <a:gridCol w="528925"/>
                <a:gridCol w="1143925"/>
                <a:gridCol w="1143925"/>
              </a:tblGrid>
              <a:tr h="404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 grid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 Initial Eigenvalues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 Extraction Sums of Squared Loadings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 hMerge="1"/>
                <a:tc hMerge="1"/>
              </a:tr>
              <a:tr h="404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Component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Total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% of Variance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Cumulative % 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Total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% of Variance 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Cumulative % 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/>
                </a:tc>
              </a:tr>
              <a:tr h="21802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1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3.193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15.205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15.205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3.193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15.205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15.205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</a:tr>
              <a:tr h="21802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2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1.505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7.169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22.373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1.505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7.169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22.373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</a:tr>
              <a:tr h="21802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3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1.378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6.562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28.935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1.378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6.562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28.935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</a:tr>
              <a:tr h="21802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4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1.314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6.256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35.191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1.314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6.256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35.191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</a:tr>
              <a:tr h="21802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5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1.23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5.859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41.05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1.23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5.859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41.05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</a:tr>
              <a:tr h="21802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6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1.166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5.552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46.602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1.166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5.552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46.602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</a:tr>
              <a:tr h="21802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7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1.063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5.063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51.665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1.063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5.063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51.665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</a:tr>
              <a:tr h="21802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8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0.978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4.658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56.322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</a:tr>
              <a:tr h="21802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9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0.95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4.523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60.845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</a:tr>
              <a:tr h="21802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10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0.916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4.363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65.209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</a:tr>
              <a:tr h="21802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11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0.89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4.239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69.448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</a:tr>
              <a:tr h="21802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12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0.819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3.902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73.35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</a:tr>
              <a:tr h="21802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13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0.794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3.782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77.132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</a:tr>
              <a:tr h="21802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14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0.746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3.552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80.684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</a:tr>
              <a:tr h="21802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15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0.711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3.387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84.071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</a:tr>
              <a:tr h="21802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16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0.664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3.162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87.232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</a:tr>
              <a:tr h="21802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17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0.619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2.948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90.181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</a:tr>
              <a:tr h="21802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18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0.573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2.729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92.91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</a:tr>
              <a:tr h="21802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19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0.544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2.589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95.499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</a:tr>
              <a:tr h="21802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20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0.507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2.414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97.913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</a:tr>
              <a:tr h="21802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21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0.438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2.087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100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325" marB="0" marR="5325" marL="5325" anchor="b"/>
                </a:tc>
              </a:tr>
            </a:tbl>
          </a:graphicData>
        </a:graphic>
      </p:graphicFrame>
      <p:sp>
        <p:nvSpPr>
          <p:cNvPr id="539" name="Google Shape;539;p4"/>
          <p:cNvSpPr txBox="1"/>
          <p:nvPr/>
        </p:nvSpPr>
        <p:spPr>
          <a:xfrm>
            <a:off x="2647950" y="348481"/>
            <a:ext cx="32956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Total Variance Explained</a:t>
            </a:r>
            <a:endParaRPr/>
          </a:p>
        </p:txBody>
      </p:sp>
      <p:pic>
        <p:nvPicPr>
          <p:cNvPr id="540" name="Google Shape;54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40600" y="1026164"/>
            <a:ext cx="4724399" cy="5273036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4"/>
          <p:cNvSpPr txBox="1"/>
          <p:nvPr>
            <p:ph idx="12" type="sldNum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5"/>
          <p:cNvSpPr/>
          <p:nvPr/>
        </p:nvSpPr>
        <p:spPr>
          <a:xfrm>
            <a:off x="407172" y="302639"/>
            <a:ext cx="4233851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Factors Loading</a:t>
            </a:r>
            <a:endParaRPr sz="440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5"/>
          <p:cNvSpPr txBox="1"/>
          <p:nvPr/>
        </p:nvSpPr>
        <p:spPr>
          <a:xfrm>
            <a:off x="3130475" y="2463501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48" name="Google Shape;548;p5"/>
          <p:cNvGraphicFramePr/>
          <p:nvPr/>
        </p:nvGraphicFramePr>
        <p:xfrm>
          <a:off x="568537" y="1072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{90B7F05F-6715-4080-BE0A-D93ED5427DD2}</a:tableStyleId>
              </a:tblPr>
              <a:tblGrid>
                <a:gridCol w="2434825"/>
                <a:gridCol w="1096675"/>
                <a:gridCol w="1246500"/>
                <a:gridCol w="906625"/>
                <a:gridCol w="1720475"/>
                <a:gridCol w="1095025"/>
                <a:gridCol w="1043500"/>
                <a:gridCol w="1011225"/>
              </a:tblGrid>
              <a:tr h="252300">
                <a:tc gridSpan="8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Rotated Component Matrix</a:t>
                      </a:r>
                      <a:r>
                        <a:rPr baseline="30000" lang="en-IN" sz="1200" u="none" cap="none" strike="noStrike"/>
                        <a:t>a</a:t>
                      </a:r>
                      <a:endParaRPr b="1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 anchor="ctr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189225"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33339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 anchor="b"/>
                </a:tc>
                <a:tc gridSpan="7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Component</a:t>
                      </a:r>
                      <a:endParaRPr b="0" i="0" sz="1200" u="none" cap="none" strike="noStrike">
                        <a:solidFill>
                          <a:srgbClr val="33339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 anchor="b"/>
                </a:tc>
                <a:tc hMerge="1"/>
                <a:tc hMerge="1"/>
                <a:tc hMerge="1"/>
                <a:tc hMerge="1"/>
                <a:tc hMerge="1"/>
                <a:tc hMerge="1"/>
              </a:tr>
              <a:tr h="1802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Brand Promotion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Value &amp; Affordability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Packaging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Advertisement &amp; Lifestyle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Product Availability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Purchase decision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Taste Preference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 anchor="b"/>
                </a:tc>
              </a:tr>
              <a:tr h="180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sweetness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950" marB="0" marR="6950" marL="695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0.206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>
                    <a:solidFill>
                      <a:srgbClr val="FFFF00"/>
                    </a:solidFill>
                  </a:tcPr>
                </a:tc>
              </a:tr>
              <a:tr h="180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taste_consistency_india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950" marB="0" marR="6950" marL="695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0.801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>
                    <a:solidFill>
                      <a:srgbClr val="FFFF00"/>
                    </a:solidFill>
                  </a:tcPr>
                </a:tc>
              </a:tr>
              <a:tr h="180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taste_comparision_other_brand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950" marB="0" marR="6950" marL="695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0.242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>
                    <a:solidFill>
                      <a:srgbClr val="FFFF00"/>
                    </a:solidFill>
                  </a:tcPr>
                </a:tc>
              </a:tr>
              <a:tr h="180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affordability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950" marB="0" marR="6950" marL="695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0.702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</a:tr>
              <a:tr h="180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value_for_money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950" marB="0" marR="6950" marL="695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0.472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</a:tr>
              <a:tr h="180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price_consideration_purchase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950" marB="0" marR="6950" marL="695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0.585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</a:tr>
              <a:tr h="180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positive_brand_image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950" marB="0" marR="6950" marL="695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0.662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</a:tr>
              <a:tr h="180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brand_trust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950" marB="0" marR="6950" marL="695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0.589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</a:tr>
              <a:tr h="180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recommend_on_brand_reputation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950" marB="0" marR="6950" marL="695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0.608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</a:tr>
              <a:tr h="180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availability_local_store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950" marB="0" marR="6950" marL="695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0.567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</a:tr>
              <a:tr h="180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availability_across_urban_rural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950" marB="0" marR="6950" marL="695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0.649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</a:tr>
              <a:tr h="180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stock_availability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950" marB="0" marR="6950" marL="695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0.570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</a:tr>
              <a:tr h="180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promotion_discount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950" marB="0" marR="6950" marL="695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0.722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</a:tr>
              <a:tr h="180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promotional_offers_encourages_purchase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950" marB="0" marR="6950" marL="695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0.592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</a:tr>
              <a:tr h="180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promotional_comparition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950" marB="0" marR="6950" marL="695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0.328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</a:tr>
              <a:tr h="180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design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950" marB="0" marR="6950" marL="695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0.515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</a:tr>
              <a:tr h="180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importance_of_packaging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950" marB="0" marR="6950" marL="695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0.687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</a:tr>
              <a:tr h="180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packaging_preservation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950" marB="0" marR="6950" marL="695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0.795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</a:tr>
              <a:tr h="180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quality_of_advertisement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950" marB="0" marR="6950" marL="695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0.609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</a:tr>
              <a:tr h="180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influence_of_advertisement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950" marB="0" marR="6950" marL="695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0.437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</a:tr>
              <a:tr h="180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advertisment_personal_value_lifestyle</a:t>
                      </a:r>
                      <a:endParaRPr b="1" i="0" sz="1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950" marB="0" marR="6950" marL="6950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0.608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 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</a:tr>
              <a:tr h="364925">
                <a:tc gridSpan="8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Extraction Method: Principal Component Analysis. </a:t>
                      </a:r>
                      <a:br>
                        <a:rPr lang="en-IN" sz="1200" u="none" cap="none" strike="noStrike"/>
                      </a:br>
                      <a:r>
                        <a:rPr lang="en-IN" sz="1200" u="none" cap="none" strike="noStrike"/>
                        <a:t> Rotation Method: Equamax with Kaiser Normalization.</a:t>
                      </a:r>
                      <a:endParaRPr b="0" i="0" sz="12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104425">
                <a:tc gridSpan="8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900" u="none" cap="none" strike="noStrike"/>
                        <a:t>a. Rotation converged in 26 iterations.</a:t>
                      </a:r>
                      <a:endParaRPr b="0" i="0" sz="900" u="none" cap="none" strike="noStrike">
                        <a:solidFill>
                          <a:srgbClr val="99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50" marB="0" marR="6950" marL="6950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sp>
        <p:nvSpPr>
          <p:cNvPr id="549" name="Google Shape;549;p5"/>
          <p:cNvSpPr txBox="1"/>
          <p:nvPr>
            <p:ph idx="12" type="sldNum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6"/>
          <p:cNvSpPr/>
          <p:nvPr/>
        </p:nvSpPr>
        <p:spPr>
          <a:xfrm>
            <a:off x="1658767" y="80391"/>
            <a:ext cx="8121134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Multinomial Logistic Regression</a:t>
            </a:r>
            <a:endParaRPr sz="440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6"/>
          <p:cNvSpPr txBox="1"/>
          <p:nvPr/>
        </p:nvSpPr>
        <p:spPr>
          <a:xfrm>
            <a:off x="703726" y="849832"/>
            <a:ext cx="10784548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Objectives</a:t>
            </a:r>
            <a:r>
              <a:rPr b="1"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assess the likelihood of consumers purchasing Coca-Cola within the next 30 days.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6"/>
          <p:cNvSpPr txBox="1"/>
          <p:nvPr/>
        </p:nvSpPr>
        <p:spPr>
          <a:xfrm>
            <a:off x="703726" y="1619273"/>
            <a:ext cx="10177633" cy="40934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Dependent Variable</a:t>
            </a:r>
            <a:r>
              <a:rPr b="1"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Likelihood Of Purchase ( In next 30 days 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Independent Variable</a:t>
            </a:r>
            <a:r>
              <a:rPr b="1" lang="en-IN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Brand Promotion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Value &amp; Affordability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Packaging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Advertisement &amp; Lifestyle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Product Availability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Purchase Decision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Taste Preference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Base Case</a:t>
            </a:r>
            <a:r>
              <a:rPr b="1" lang="en-IN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IN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Neutral</a:t>
            </a:r>
            <a:endParaRPr sz="2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6"/>
          <p:cNvSpPr txBox="1"/>
          <p:nvPr>
            <p:ph idx="12" type="sldNum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7"/>
          <p:cNvSpPr txBox="1"/>
          <p:nvPr/>
        </p:nvSpPr>
        <p:spPr>
          <a:xfrm>
            <a:off x="520846" y="233814"/>
            <a:ext cx="322338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Parameter</a:t>
            </a:r>
            <a:r>
              <a:rPr b="1" lang="en-I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IN" sz="2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Estimates</a:t>
            </a:r>
            <a:endParaRPr b="1" sz="200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63" name="Google Shape;563;p7"/>
          <p:cNvGraphicFramePr/>
          <p:nvPr/>
        </p:nvGraphicFramePr>
        <p:xfrm>
          <a:off x="828842" y="9021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{90B7F05F-6715-4080-BE0A-D93ED5427DD2}</a:tableStyleId>
              </a:tblPr>
              <a:tblGrid>
                <a:gridCol w="2126125"/>
                <a:gridCol w="1125075"/>
                <a:gridCol w="1625600"/>
                <a:gridCol w="1625600"/>
                <a:gridCol w="1625600"/>
              </a:tblGrid>
              <a:tr h="184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 u="none" cap="none" strike="noStrike"/>
                        <a:t>Factor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 u="none" cap="none" strike="noStrike"/>
                        <a:t>Very Unlikely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 u="none" cap="none" strike="noStrike"/>
                        <a:t>Unlikely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 u="none" cap="none" strike="noStrike"/>
                        <a:t>Likely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 u="none" cap="none" strike="noStrike"/>
                        <a:t>Very Likely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</a:tr>
              <a:tr h="184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 u="none" cap="none" strike="noStrike"/>
                        <a:t>Brand Promotion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IN" sz="1200" u="none" cap="none" strike="noStrike"/>
                        <a:t>-0.2984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IN" sz="1200" u="none" cap="none" strike="noStrike"/>
                        <a:t>-0.3993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IN" sz="1200" u="none" cap="none" strike="noStrike"/>
                        <a:t>0.3155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IN" sz="1200" u="none" cap="none" strike="noStrike"/>
                        <a:t>0.2287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</a:tr>
              <a:tr h="184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 u="none" cap="none" strike="noStrike"/>
                        <a:t>Value &amp; Affordability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IN" sz="1200" u="none" cap="none" strike="noStrike"/>
                        <a:t>-0.2944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IN" sz="1200" u="none" cap="none" strike="noStrike"/>
                        <a:t>-0.0144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IN" sz="1200" u="none" cap="none" strike="noStrike"/>
                        <a:t>0.3157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IN" sz="1200" u="none" cap="none" strike="noStrike"/>
                        <a:t>-0.0551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</a:tr>
              <a:tr h="184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 u="none" cap="none" strike="noStrike"/>
                        <a:t>Packaging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IN" sz="1200" u="none" cap="none" strike="noStrike"/>
                        <a:t>-0.1666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IN" sz="1200" u="none" cap="none" strike="noStrike"/>
                        <a:t>-0.4946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IN" sz="1200" u="none" cap="none" strike="noStrike"/>
                        <a:t>0.4186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IN" sz="1200" u="none" cap="none" strike="noStrike"/>
                        <a:t>0.2244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</a:tr>
              <a:tr h="184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 u="none" cap="none" strike="noStrike"/>
                        <a:t>Advertisement &amp; Lifestyle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IN" sz="1200" u="none" cap="none" strike="noStrike"/>
                        <a:t>-0.3917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IN" sz="1200" u="none" cap="none" strike="noStrike"/>
                        <a:t>-0.2052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IN" sz="1200" u="none" cap="none" strike="noStrike"/>
                        <a:t>0.1389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IN" sz="1200" u="none" cap="none" strike="noStrike"/>
                        <a:t>0.2148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</a:tr>
              <a:tr h="184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 u="none" cap="none" strike="noStrike"/>
                        <a:t>Product Availability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IN" sz="1200" u="none" cap="none" strike="noStrike"/>
                        <a:t>-0.0636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IN" sz="1200" u="none" cap="none" strike="noStrike"/>
                        <a:t>-0.4399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IN" sz="1200" u="none" cap="none" strike="noStrike"/>
                        <a:t>-0.0106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IN" sz="1200" u="none" cap="none" strike="noStrike"/>
                        <a:t>0.7147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</a:tr>
              <a:tr h="184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 u="none" cap="none" strike="noStrike"/>
                        <a:t>Purchase Decision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IN" sz="1200" u="none" cap="none" strike="noStrike"/>
                        <a:t>0.0922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IN" sz="1200" u="none" cap="none" strike="noStrike"/>
                        <a:t>-0.323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IN" sz="1200" u="none" cap="none" strike="noStrike"/>
                        <a:t>0.3047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IN" sz="1200" u="none" cap="none" strike="noStrike"/>
                        <a:t>0.1697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</a:tr>
              <a:tr h="184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 u="none" cap="none" strike="noStrike"/>
                        <a:t>Taste Preference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IN" sz="1200" u="none" cap="none" strike="noStrike"/>
                        <a:t>-0.2141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IN" sz="1200" u="none" cap="none" strike="noStrike"/>
                        <a:t>-0.0872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IN" sz="1200" u="none" cap="none" strike="noStrike"/>
                        <a:t>0.1985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IN" sz="1200" u="none" cap="none" strike="noStrike"/>
                        <a:t>0.2397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</a:tr>
            </a:tbl>
          </a:graphicData>
        </a:graphic>
      </p:graphicFrame>
      <p:graphicFrame>
        <p:nvGraphicFramePr>
          <p:cNvPr id="564" name="Google Shape;564;p7"/>
          <p:cNvGraphicFramePr/>
          <p:nvPr/>
        </p:nvGraphicFramePr>
        <p:xfrm>
          <a:off x="9100152" y="902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{90B7F05F-6715-4080-BE0A-D93ED5427DD2}</a:tableStyleId>
              </a:tblPr>
              <a:tblGrid>
                <a:gridCol w="1364650"/>
                <a:gridCol w="998900"/>
              </a:tblGrid>
              <a:tr h="302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Category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Intercept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</a:tr>
              <a:tr h="302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Very Unlikely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u="none" cap="none" strike="noStrike"/>
                        <a:t>0.6171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</a:tr>
              <a:tr h="302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Unlikely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u="none" cap="none" strike="noStrike"/>
                        <a:t>0.5967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</a:tr>
              <a:tr h="302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Likely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u="none" cap="none" strike="noStrike"/>
                        <a:t>-0.205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</a:tr>
              <a:tr h="302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 u="none" cap="none" strike="noStrike"/>
                        <a:t>Very Likely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u="none" cap="none" strike="noStrike"/>
                        <a:t>-1.1015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</a:tr>
            </a:tbl>
          </a:graphicData>
        </a:graphic>
      </p:graphicFrame>
      <p:sp>
        <p:nvSpPr>
          <p:cNvPr id="565" name="Google Shape;565;p7"/>
          <p:cNvSpPr txBox="1"/>
          <p:nvPr/>
        </p:nvSpPr>
        <p:spPr>
          <a:xfrm>
            <a:off x="828842" y="2684118"/>
            <a:ext cx="255924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Odds Ratio</a:t>
            </a:r>
            <a:endParaRPr b="1" sz="200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66" name="Google Shape;566;p7"/>
          <p:cNvGraphicFramePr/>
          <p:nvPr/>
        </p:nvGraphicFramePr>
        <p:xfrm>
          <a:off x="828842" y="33524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{90B7F05F-6715-4080-BE0A-D93ED5427DD2}</a:tableStyleId>
              </a:tblPr>
              <a:tblGrid>
                <a:gridCol w="2058725"/>
                <a:gridCol w="1192475"/>
                <a:gridCol w="1625600"/>
                <a:gridCol w="1625600"/>
                <a:gridCol w="1625600"/>
              </a:tblGrid>
              <a:tr h="184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 u="none" cap="none" strike="noStrike"/>
                        <a:t>Factor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 u="none" cap="none" strike="noStrike"/>
                        <a:t>Very Unlikely (OR)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 u="none" cap="none" strike="noStrike"/>
                        <a:t>Unlikely (OR)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 u="none" cap="none" strike="noStrike"/>
                        <a:t>Likely (OR)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 u="none" cap="none" strike="noStrike"/>
                        <a:t>Very Likely (OR)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</a:tr>
              <a:tr h="184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 u="none" cap="none" strike="noStrike"/>
                        <a:t>Brand Promotion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0.74 (-26%)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0.67 (-33%)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1.37 (+37%)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1.26 (+26%)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</a:tr>
              <a:tr h="184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 u="none" cap="none" strike="noStrike"/>
                        <a:t>Value &amp; Affordability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0.74 (-26%)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0.99 (-1%)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1.37 (+37%)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0.95 (-5%)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</a:tr>
              <a:tr h="184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 u="none" cap="none" strike="noStrike"/>
                        <a:t>Packaging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0.85 (-15%)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0.61 (-39%)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1.52 (+52%)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1.25 (+25%)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</a:tr>
              <a:tr h="184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 u="none" cap="none" strike="noStrike"/>
                        <a:t>Advertisement &amp; Lifestyle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0.68 (-32%)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0.81 (-19%)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1.15 (+15%)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1.24 (+24%)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</a:tr>
              <a:tr h="184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 u="none" cap="none" strike="noStrike"/>
                        <a:t>Product Availability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0.94 (-6%)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0.64 (-36%)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0.99 (-1%)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2.04 (+104%)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</a:tr>
              <a:tr h="184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 u="none" cap="none" strike="noStrike"/>
                        <a:t>Purchase Decision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1.09 (+9%)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0.72 (-28%)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1.36 (+36%)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1.19 (+19%)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</a:tr>
              <a:tr h="184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 u="none" cap="none" strike="noStrike"/>
                        <a:t>Taste Preference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0.81 (-19%)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0.92 (-8%)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1.22 (+22%)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/>
                        <a:t>1.27 (+27%)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" marB="0" marR="6350" marL="6350" anchor="ctr"/>
                </a:tc>
              </a:tr>
            </a:tbl>
          </a:graphicData>
        </a:graphic>
      </p:graphicFrame>
      <p:sp>
        <p:nvSpPr>
          <p:cNvPr id="567" name="Google Shape;567;p7"/>
          <p:cNvSpPr txBox="1"/>
          <p:nvPr/>
        </p:nvSpPr>
        <p:spPr>
          <a:xfrm>
            <a:off x="828842" y="5223584"/>
            <a:ext cx="484043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Accuracy: </a:t>
            </a:r>
            <a:r>
              <a:rPr lang="en-IN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0.5018 (50.18%)</a:t>
            </a:r>
            <a:endParaRPr sz="160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7"/>
          <p:cNvSpPr txBox="1"/>
          <p:nvPr>
            <p:ph idx="12" type="sldNum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8"/>
          <p:cNvSpPr txBox="1"/>
          <p:nvPr/>
        </p:nvSpPr>
        <p:spPr>
          <a:xfrm>
            <a:off x="4197697" y="253065"/>
            <a:ext cx="322338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8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b="1" sz="280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8"/>
          <p:cNvSpPr txBox="1"/>
          <p:nvPr/>
        </p:nvSpPr>
        <p:spPr>
          <a:xfrm>
            <a:off x="695425" y="1011000"/>
            <a:ext cx="10527632" cy="45550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</a:pPr>
            <a:r>
              <a:rPr b="1" lang="en-IN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Focus on Product Availability</a:t>
            </a:r>
            <a:r>
              <a:rPr lang="en-IN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IN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Since it has the highest impact on "Very Likely" purchases, ensuring wide availability can significantly boost sales.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</a:pPr>
            <a:r>
              <a:rPr b="1" lang="en-IN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Improve Packaging</a:t>
            </a:r>
            <a:r>
              <a:rPr lang="en-IN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IN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high positive impact of packaging suggests that investment in attractive and functional packaging will likely enhance customer preference</a:t>
            </a:r>
            <a:r>
              <a:rPr lang="en-IN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</a:pPr>
            <a:r>
              <a:rPr b="1" lang="en-IN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Enhance Brand Promotion &amp; Lifestyle Advertising</a:t>
            </a:r>
            <a:r>
              <a:rPr lang="en-IN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IN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These factors show positive influence in the higher likelihood categories, meaning marketing campaigns should emphasize branding and lifestyle associations.</a:t>
            </a:r>
            <a:endParaRPr/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</a:pPr>
            <a:r>
              <a:rPr b="1" lang="en-IN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Refine Pricing Strategy</a:t>
            </a:r>
            <a:r>
              <a:rPr lang="en-IN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IN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Since Value &amp; Affordability has mixed results, careful pricing strategies should be used to balance affordability and premium branding</a:t>
            </a:r>
            <a:r>
              <a:rPr lang="en-IN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overall accuracy of the model is </a:t>
            </a:r>
            <a:r>
              <a:rPr b="1" lang="en-I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50.18%</a:t>
            </a:r>
            <a:r>
              <a:rPr lang="en-I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indicating moderate predictive power.</a:t>
            </a:r>
            <a:endParaRPr sz="2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8"/>
          <p:cNvSpPr txBox="1"/>
          <p:nvPr>
            <p:ph idx="12" type="sldNum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9"/>
          <p:cNvSpPr txBox="1"/>
          <p:nvPr>
            <p:ph type="title"/>
          </p:nvPr>
        </p:nvSpPr>
        <p:spPr>
          <a:xfrm>
            <a:off x="1295400" y="2428240"/>
            <a:ext cx="9601200" cy="285653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lang="en-IN"/>
              <a:t>Thank you !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Diamond Grid 16x9">
  <a:themeElements>
    <a:clrScheme name="DiamondGrid">
      <a:dk1>
        <a:srgbClr val="2D2E2D"/>
      </a:dk1>
      <a:lt1>
        <a:srgbClr val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iamond Grid 16x9">
  <a:themeElements>
    <a:clrScheme name="DiamondGrid">
      <a:dk1>
        <a:srgbClr val="2D2E2D"/>
      </a:dk1>
      <a:lt1>
        <a:srgbClr val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DiamondGrid">
      <a:dk1>
        <a:srgbClr val="2D2E2D"/>
      </a:dk1>
      <a:lt1>
        <a:srgbClr val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2025-02-28T06:55:04Z</dcterms:created>
  <dc:creator>DSAI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